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8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8E282-5F78-46FA-9551-D8C1FE5AA5B2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46A7-7ABA-4C08-850A-E5D0B2C54A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23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34;p34"/>
          <p:cNvSpPr txBox="1">
            <a:spLocks noGrp="1"/>
          </p:cNvSpPr>
          <p:nvPr>
            <p:ph type="title"/>
          </p:nvPr>
        </p:nvSpPr>
        <p:spPr>
          <a:xfrm>
            <a:off x="-601790" y="264233"/>
            <a:ext cx="14017083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 algn="ctr"/>
            <a:r>
              <a:rPr lang="fr-FR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de votre attention!</a:t>
            </a:r>
            <a:endParaRPr i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50" name="Google Shape;1291;p28">
            <a:extLst>
              <a:ext uri="{FF2B5EF4-FFF2-40B4-BE49-F238E27FC236}">
                <a16:creationId xmlns:a16="http://schemas.microsoft.com/office/drawing/2014/main" id="{61BB0893-57F1-E9FF-08DA-C55761B4F691}"/>
              </a:ext>
            </a:extLst>
          </p:cNvPr>
          <p:cNvGrpSpPr/>
          <p:nvPr/>
        </p:nvGrpSpPr>
        <p:grpSpPr>
          <a:xfrm>
            <a:off x="1475702" y="1361986"/>
            <a:ext cx="13810938" cy="4872871"/>
            <a:chOff x="1136562" y="1303478"/>
            <a:chExt cx="4186092" cy="2363355"/>
          </a:xfrm>
        </p:grpSpPr>
        <p:sp>
          <p:nvSpPr>
            <p:cNvPr id="2151" name="Google Shape;1292;p28">
              <a:extLst>
                <a:ext uri="{FF2B5EF4-FFF2-40B4-BE49-F238E27FC236}">
                  <a16:creationId xmlns:a16="http://schemas.microsoft.com/office/drawing/2014/main" id="{FECDD4D8-0409-5661-9A9B-23C81EF0E1F0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2" name="Google Shape;1293;p28">
              <a:extLst>
                <a:ext uri="{FF2B5EF4-FFF2-40B4-BE49-F238E27FC236}">
                  <a16:creationId xmlns:a16="http://schemas.microsoft.com/office/drawing/2014/main" id="{0BA26A6F-07E2-60DE-5D80-6B026B8AB5BC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3" name="Google Shape;1294;p28">
              <a:extLst>
                <a:ext uri="{FF2B5EF4-FFF2-40B4-BE49-F238E27FC236}">
                  <a16:creationId xmlns:a16="http://schemas.microsoft.com/office/drawing/2014/main" id="{ED7642ED-5912-1352-4DA2-96A22908BC4B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5" name="Google Shape;1296;p28">
              <a:extLst>
                <a:ext uri="{FF2B5EF4-FFF2-40B4-BE49-F238E27FC236}">
                  <a16:creationId xmlns:a16="http://schemas.microsoft.com/office/drawing/2014/main" id="{D88CB862-9479-469C-020B-269DDE4BF6DD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6" name="Google Shape;1297;p28">
              <a:extLst>
                <a:ext uri="{FF2B5EF4-FFF2-40B4-BE49-F238E27FC236}">
                  <a16:creationId xmlns:a16="http://schemas.microsoft.com/office/drawing/2014/main" id="{854D0B52-54A2-6F7B-2BB8-A61FDECD70A9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7" name="Google Shape;1298;p28">
              <a:extLst>
                <a:ext uri="{FF2B5EF4-FFF2-40B4-BE49-F238E27FC236}">
                  <a16:creationId xmlns:a16="http://schemas.microsoft.com/office/drawing/2014/main" id="{30E4A910-0092-BA95-F83A-EC16C59DDB71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8" name="Google Shape;1299;p28">
              <a:extLst>
                <a:ext uri="{FF2B5EF4-FFF2-40B4-BE49-F238E27FC236}">
                  <a16:creationId xmlns:a16="http://schemas.microsoft.com/office/drawing/2014/main" id="{352687C0-9E1B-A11B-A478-2A3E95EAE558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9" name="Google Shape;1300;p28">
              <a:extLst>
                <a:ext uri="{FF2B5EF4-FFF2-40B4-BE49-F238E27FC236}">
                  <a16:creationId xmlns:a16="http://schemas.microsoft.com/office/drawing/2014/main" id="{4CB01D2C-0247-4481-B3D6-A032F7DF0DC8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0" name="Google Shape;1301;p28">
              <a:extLst>
                <a:ext uri="{FF2B5EF4-FFF2-40B4-BE49-F238E27FC236}">
                  <a16:creationId xmlns:a16="http://schemas.microsoft.com/office/drawing/2014/main" id="{AD7E7E81-E661-EB1A-88F2-1B04A1E9F062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1" name="Google Shape;1302;p28">
              <a:extLst>
                <a:ext uri="{FF2B5EF4-FFF2-40B4-BE49-F238E27FC236}">
                  <a16:creationId xmlns:a16="http://schemas.microsoft.com/office/drawing/2014/main" id="{5E8D7293-B32E-63BB-3023-C537B3E01A18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2" name="Google Shape;1303;p28">
              <a:extLst>
                <a:ext uri="{FF2B5EF4-FFF2-40B4-BE49-F238E27FC236}">
                  <a16:creationId xmlns:a16="http://schemas.microsoft.com/office/drawing/2014/main" id="{DC1BEEE8-603B-A4D1-6E9E-CFC654DC40AB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3" name="Google Shape;1304;p28">
              <a:extLst>
                <a:ext uri="{FF2B5EF4-FFF2-40B4-BE49-F238E27FC236}">
                  <a16:creationId xmlns:a16="http://schemas.microsoft.com/office/drawing/2014/main" id="{18C930C4-9CFC-1755-3D6D-701A5FC14EF3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4" name="Google Shape;1305;p28">
              <a:extLst>
                <a:ext uri="{FF2B5EF4-FFF2-40B4-BE49-F238E27FC236}">
                  <a16:creationId xmlns:a16="http://schemas.microsoft.com/office/drawing/2014/main" id="{CA94AD3A-B41C-4D52-9EC0-10AC3E52F9C1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5" name="Google Shape;1306;p28">
              <a:extLst>
                <a:ext uri="{FF2B5EF4-FFF2-40B4-BE49-F238E27FC236}">
                  <a16:creationId xmlns:a16="http://schemas.microsoft.com/office/drawing/2014/main" id="{B34E05D1-8DDF-5970-F37A-9DB5F3052C38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6" name="Google Shape;1307;p28">
              <a:extLst>
                <a:ext uri="{FF2B5EF4-FFF2-40B4-BE49-F238E27FC236}">
                  <a16:creationId xmlns:a16="http://schemas.microsoft.com/office/drawing/2014/main" id="{F7434E6A-7B31-4EE1-1D12-357A3EAE9297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7" name="Google Shape;1308;p28">
              <a:extLst>
                <a:ext uri="{FF2B5EF4-FFF2-40B4-BE49-F238E27FC236}">
                  <a16:creationId xmlns:a16="http://schemas.microsoft.com/office/drawing/2014/main" id="{B3CD6B05-4C60-B66A-FA05-3EB05EF22FE2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8" name="Google Shape;1309;p28">
              <a:extLst>
                <a:ext uri="{FF2B5EF4-FFF2-40B4-BE49-F238E27FC236}">
                  <a16:creationId xmlns:a16="http://schemas.microsoft.com/office/drawing/2014/main" id="{BB97B7AD-29B0-AD53-E8A8-03E55B8569AD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0" name="Google Shape;1311;p28">
              <a:extLst>
                <a:ext uri="{FF2B5EF4-FFF2-40B4-BE49-F238E27FC236}">
                  <a16:creationId xmlns:a16="http://schemas.microsoft.com/office/drawing/2014/main" id="{57A0B31C-B06F-5A18-D5EA-E70C67BBC9E3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1" name="Google Shape;1312;p28">
              <a:extLst>
                <a:ext uri="{FF2B5EF4-FFF2-40B4-BE49-F238E27FC236}">
                  <a16:creationId xmlns:a16="http://schemas.microsoft.com/office/drawing/2014/main" id="{88003BD0-DB0D-0ED2-9BC9-FD497702148A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2" name="Google Shape;1313;p28">
              <a:extLst>
                <a:ext uri="{FF2B5EF4-FFF2-40B4-BE49-F238E27FC236}">
                  <a16:creationId xmlns:a16="http://schemas.microsoft.com/office/drawing/2014/main" id="{DE4F6346-1EB9-38DA-A2C3-6C63EAF464ED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3" name="Google Shape;1314;p28">
              <a:extLst>
                <a:ext uri="{FF2B5EF4-FFF2-40B4-BE49-F238E27FC236}">
                  <a16:creationId xmlns:a16="http://schemas.microsoft.com/office/drawing/2014/main" id="{D1C36E27-8198-EBB9-B386-0E93C22E50A0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4" name="Google Shape;1315;p28">
              <a:extLst>
                <a:ext uri="{FF2B5EF4-FFF2-40B4-BE49-F238E27FC236}">
                  <a16:creationId xmlns:a16="http://schemas.microsoft.com/office/drawing/2014/main" id="{8F0E7360-FB1A-12EF-FFE2-277B71A8F7B7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5" name="Google Shape;1316;p28">
              <a:extLst>
                <a:ext uri="{FF2B5EF4-FFF2-40B4-BE49-F238E27FC236}">
                  <a16:creationId xmlns:a16="http://schemas.microsoft.com/office/drawing/2014/main" id="{15A14266-7E7D-1C6F-E611-2E86CB0985DC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6" name="Google Shape;1317;p28">
              <a:extLst>
                <a:ext uri="{FF2B5EF4-FFF2-40B4-BE49-F238E27FC236}">
                  <a16:creationId xmlns:a16="http://schemas.microsoft.com/office/drawing/2014/main" id="{85BAC811-348C-BD57-CD70-30B8FD90E2E7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7" name="Google Shape;1318;p28">
              <a:extLst>
                <a:ext uri="{FF2B5EF4-FFF2-40B4-BE49-F238E27FC236}">
                  <a16:creationId xmlns:a16="http://schemas.microsoft.com/office/drawing/2014/main" id="{2462C8DA-E163-277E-F331-AD4D7FF2D262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8" name="Google Shape;1319;p28">
              <a:extLst>
                <a:ext uri="{FF2B5EF4-FFF2-40B4-BE49-F238E27FC236}">
                  <a16:creationId xmlns:a16="http://schemas.microsoft.com/office/drawing/2014/main" id="{3896AB23-E556-203E-34AB-FDFC2033C649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9" name="Google Shape;1320;p28">
              <a:extLst>
                <a:ext uri="{FF2B5EF4-FFF2-40B4-BE49-F238E27FC236}">
                  <a16:creationId xmlns:a16="http://schemas.microsoft.com/office/drawing/2014/main" id="{B894F5AE-4394-2478-4192-D0003814E60C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0" name="Google Shape;1321;p28">
              <a:extLst>
                <a:ext uri="{FF2B5EF4-FFF2-40B4-BE49-F238E27FC236}">
                  <a16:creationId xmlns:a16="http://schemas.microsoft.com/office/drawing/2014/main" id="{ED859520-EF1A-5A43-4127-AE62CDE8A798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1" name="Google Shape;1322;p28">
              <a:extLst>
                <a:ext uri="{FF2B5EF4-FFF2-40B4-BE49-F238E27FC236}">
                  <a16:creationId xmlns:a16="http://schemas.microsoft.com/office/drawing/2014/main" id="{BF10A245-AF21-FDF8-E53A-60E4AB17053C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2" name="Google Shape;1323;p28">
              <a:extLst>
                <a:ext uri="{FF2B5EF4-FFF2-40B4-BE49-F238E27FC236}">
                  <a16:creationId xmlns:a16="http://schemas.microsoft.com/office/drawing/2014/main" id="{BAECF1E7-6E33-5DEE-051E-3CA0015427C3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3" name="Google Shape;1324;p28">
              <a:extLst>
                <a:ext uri="{FF2B5EF4-FFF2-40B4-BE49-F238E27FC236}">
                  <a16:creationId xmlns:a16="http://schemas.microsoft.com/office/drawing/2014/main" id="{422B3CBE-B905-A50C-7FEB-FAABBD8A71B5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4" name="Google Shape;1325;p28">
              <a:extLst>
                <a:ext uri="{FF2B5EF4-FFF2-40B4-BE49-F238E27FC236}">
                  <a16:creationId xmlns:a16="http://schemas.microsoft.com/office/drawing/2014/main" id="{C88FAEA7-A6E0-B9CC-CD44-4B7F08F94DCD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5" name="Google Shape;1326;p28">
              <a:extLst>
                <a:ext uri="{FF2B5EF4-FFF2-40B4-BE49-F238E27FC236}">
                  <a16:creationId xmlns:a16="http://schemas.microsoft.com/office/drawing/2014/main" id="{CE62B614-5E65-0481-C0E2-CA49FDF7D107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6" name="Google Shape;1327;p28">
              <a:extLst>
                <a:ext uri="{FF2B5EF4-FFF2-40B4-BE49-F238E27FC236}">
                  <a16:creationId xmlns:a16="http://schemas.microsoft.com/office/drawing/2014/main" id="{3985713F-155A-17CC-36C2-D04BF45F68FA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7" name="Google Shape;1328;p28">
              <a:extLst>
                <a:ext uri="{FF2B5EF4-FFF2-40B4-BE49-F238E27FC236}">
                  <a16:creationId xmlns:a16="http://schemas.microsoft.com/office/drawing/2014/main" id="{FD8B3644-3026-39BB-7ED9-A3456E48E503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8" name="Google Shape;1329;p28">
              <a:extLst>
                <a:ext uri="{FF2B5EF4-FFF2-40B4-BE49-F238E27FC236}">
                  <a16:creationId xmlns:a16="http://schemas.microsoft.com/office/drawing/2014/main" id="{A2478176-FE5C-B6D0-46DD-883442751939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9" name="Google Shape;1330;p28">
              <a:extLst>
                <a:ext uri="{FF2B5EF4-FFF2-40B4-BE49-F238E27FC236}">
                  <a16:creationId xmlns:a16="http://schemas.microsoft.com/office/drawing/2014/main" id="{2A7DC40F-C725-0D67-3E77-DC10F0B67731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0" name="Google Shape;1331;p28">
              <a:extLst>
                <a:ext uri="{FF2B5EF4-FFF2-40B4-BE49-F238E27FC236}">
                  <a16:creationId xmlns:a16="http://schemas.microsoft.com/office/drawing/2014/main" id="{78F77EC6-D3B3-7F0A-C170-B70DEFAFF7DB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1" name="Google Shape;1332;p28">
              <a:extLst>
                <a:ext uri="{FF2B5EF4-FFF2-40B4-BE49-F238E27FC236}">
                  <a16:creationId xmlns:a16="http://schemas.microsoft.com/office/drawing/2014/main" id="{83F1DC20-3A6A-4C10-316E-19283B7604E3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2" name="Google Shape;1333;p28">
              <a:extLst>
                <a:ext uri="{FF2B5EF4-FFF2-40B4-BE49-F238E27FC236}">
                  <a16:creationId xmlns:a16="http://schemas.microsoft.com/office/drawing/2014/main" id="{BD0B233C-E9EF-9B0E-1A47-023175EA966D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4" name="Google Shape;1335;p28">
              <a:extLst>
                <a:ext uri="{FF2B5EF4-FFF2-40B4-BE49-F238E27FC236}">
                  <a16:creationId xmlns:a16="http://schemas.microsoft.com/office/drawing/2014/main" id="{EF77B9C2-CFE8-3F76-19B4-BB6F51FBD3A8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5" name="Google Shape;1336;p28">
              <a:extLst>
                <a:ext uri="{FF2B5EF4-FFF2-40B4-BE49-F238E27FC236}">
                  <a16:creationId xmlns:a16="http://schemas.microsoft.com/office/drawing/2014/main" id="{17C675B6-C7BF-8CD8-0F2B-BC936A94F344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6" name="Google Shape;1337;p28">
              <a:extLst>
                <a:ext uri="{FF2B5EF4-FFF2-40B4-BE49-F238E27FC236}">
                  <a16:creationId xmlns:a16="http://schemas.microsoft.com/office/drawing/2014/main" id="{513A2580-BAC3-DED7-B9E4-8BD76FB00177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7" name="Google Shape;1338;p28">
              <a:extLst>
                <a:ext uri="{FF2B5EF4-FFF2-40B4-BE49-F238E27FC236}">
                  <a16:creationId xmlns:a16="http://schemas.microsoft.com/office/drawing/2014/main" id="{1C89CA0B-3420-F5D5-CB4B-D9B0F3B6346E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8" name="Google Shape;1339;p28">
              <a:extLst>
                <a:ext uri="{FF2B5EF4-FFF2-40B4-BE49-F238E27FC236}">
                  <a16:creationId xmlns:a16="http://schemas.microsoft.com/office/drawing/2014/main" id="{47C8DF47-A14D-6124-2E55-C003EC733878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9" name="Google Shape;1340;p28">
              <a:extLst>
                <a:ext uri="{FF2B5EF4-FFF2-40B4-BE49-F238E27FC236}">
                  <a16:creationId xmlns:a16="http://schemas.microsoft.com/office/drawing/2014/main" id="{5FC8C322-C956-BEC0-339A-06A981FFDB42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0" name="Google Shape;1341;p28">
              <a:extLst>
                <a:ext uri="{FF2B5EF4-FFF2-40B4-BE49-F238E27FC236}">
                  <a16:creationId xmlns:a16="http://schemas.microsoft.com/office/drawing/2014/main" id="{67EAFA2A-BA04-7658-A164-8B4D83DDA8B5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1" name="Google Shape;1342;p28">
              <a:extLst>
                <a:ext uri="{FF2B5EF4-FFF2-40B4-BE49-F238E27FC236}">
                  <a16:creationId xmlns:a16="http://schemas.microsoft.com/office/drawing/2014/main" id="{43E26F30-9956-01F0-2281-898162B49FAC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2" name="Google Shape;1343;p28">
              <a:extLst>
                <a:ext uri="{FF2B5EF4-FFF2-40B4-BE49-F238E27FC236}">
                  <a16:creationId xmlns:a16="http://schemas.microsoft.com/office/drawing/2014/main" id="{0B917EBA-8A00-71BD-2A3A-9CD75FCD8C31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3" name="Google Shape;1344;p28">
              <a:extLst>
                <a:ext uri="{FF2B5EF4-FFF2-40B4-BE49-F238E27FC236}">
                  <a16:creationId xmlns:a16="http://schemas.microsoft.com/office/drawing/2014/main" id="{449BDF36-4C0C-74DD-AB87-82ADA7F5F6D7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4" name="Google Shape;1345;p28">
              <a:extLst>
                <a:ext uri="{FF2B5EF4-FFF2-40B4-BE49-F238E27FC236}">
                  <a16:creationId xmlns:a16="http://schemas.microsoft.com/office/drawing/2014/main" id="{2D4AA76A-F619-3944-BB9B-AD2F4C8BF92C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5" name="Google Shape;1346;p28">
              <a:extLst>
                <a:ext uri="{FF2B5EF4-FFF2-40B4-BE49-F238E27FC236}">
                  <a16:creationId xmlns:a16="http://schemas.microsoft.com/office/drawing/2014/main" id="{57346D41-C5DA-244F-4FC6-F113B4EDAFF1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6" name="Google Shape;1347;p28">
              <a:extLst>
                <a:ext uri="{FF2B5EF4-FFF2-40B4-BE49-F238E27FC236}">
                  <a16:creationId xmlns:a16="http://schemas.microsoft.com/office/drawing/2014/main" id="{DC7B9B13-3C9F-7274-E141-7AF9C471C946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7" name="Google Shape;1348;p28">
              <a:extLst>
                <a:ext uri="{FF2B5EF4-FFF2-40B4-BE49-F238E27FC236}">
                  <a16:creationId xmlns:a16="http://schemas.microsoft.com/office/drawing/2014/main" id="{21EE09EB-FB50-C1CD-4268-1D521261F836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8" name="Google Shape;1349;p28">
              <a:extLst>
                <a:ext uri="{FF2B5EF4-FFF2-40B4-BE49-F238E27FC236}">
                  <a16:creationId xmlns:a16="http://schemas.microsoft.com/office/drawing/2014/main" id="{12036149-E8F3-D512-CF40-C616A59A5F70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9" name="Google Shape;1350;p28">
              <a:extLst>
                <a:ext uri="{FF2B5EF4-FFF2-40B4-BE49-F238E27FC236}">
                  <a16:creationId xmlns:a16="http://schemas.microsoft.com/office/drawing/2014/main" id="{931F96B8-EE88-E589-D5CF-043830684164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0" name="Google Shape;1351;p28">
              <a:extLst>
                <a:ext uri="{FF2B5EF4-FFF2-40B4-BE49-F238E27FC236}">
                  <a16:creationId xmlns:a16="http://schemas.microsoft.com/office/drawing/2014/main" id="{63EA86FE-220C-8C12-4B78-036053A2E56A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1" name="Google Shape;1352;p28">
              <a:extLst>
                <a:ext uri="{FF2B5EF4-FFF2-40B4-BE49-F238E27FC236}">
                  <a16:creationId xmlns:a16="http://schemas.microsoft.com/office/drawing/2014/main" id="{95B7658E-B515-D1B4-C4CE-F5F378ADDB1E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2" name="Google Shape;1353;p28">
              <a:extLst>
                <a:ext uri="{FF2B5EF4-FFF2-40B4-BE49-F238E27FC236}">
                  <a16:creationId xmlns:a16="http://schemas.microsoft.com/office/drawing/2014/main" id="{9D7A2A50-33CE-7D8D-0D29-0B639F0C448C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3" name="Google Shape;1354;p28">
              <a:extLst>
                <a:ext uri="{FF2B5EF4-FFF2-40B4-BE49-F238E27FC236}">
                  <a16:creationId xmlns:a16="http://schemas.microsoft.com/office/drawing/2014/main" id="{9128293A-351E-709F-28EC-8910A90DA037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4" name="Google Shape;1355;p28">
              <a:extLst>
                <a:ext uri="{FF2B5EF4-FFF2-40B4-BE49-F238E27FC236}">
                  <a16:creationId xmlns:a16="http://schemas.microsoft.com/office/drawing/2014/main" id="{9FF5EFE0-E07A-8835-F49A-DE5F7FFD0FA7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5" name="Google Shape;1356;p28">
              <a:extLst>
                <a:ext uri="{FF2B5EF4-FFF2-40B4-BE49-F238E27FC236}">
                  <a16:creationId xmlns:a16="http://schemas.microsoft.com/office/drawing/2014/main" id="{28321ACE-2320-6420-EDA4-C0F1FEC05088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6" name="Google Shape;1357;p28">
              <a:extLst>
                <a:ext uri="{FF2B5EF4-FFF2-40B4-BE49-F238E27FC236}">
                  <a16:creationId xmlns:a16="http://schemas.microsoft.com/office/drawing/2014/main" id="{4D4C5C4C-8B46-B66C-E708-57F0F11DCEE7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7" name="Google Shape;1358;p28">
              <a:extLst>
                <a:ext uri="{FF2B5EF4-FFF2-40B4-BE49-F238E27FC236}">
                  <a16:creationId xmlns:a16="http://schemas.microsoft.com/office/drawing/2014/main" id="{B39BA970-3707-4701-52C7-342B46887DFE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8" name="Google Shape;1359;p28">
              <a:extLst>
                <a:ext uri="{FF2B5EF4-FFF2-40B4-BE49-F238E27FC236}">
                  <a16:creationId xmlns:a16="http://schemas.microsoft.com/office/drawing/2014/main" id="{28C4415E-DFCF-6C42-0265-DEEB43199F42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9" name="Google Shape;1360;p28">
              <a:extLst>
                <a:ext uri="{FF2B5EF4-FFF2-40B4-BE49-F238E27FC236}">
                  <a16:creationId xmlns:a16="http://schemas.microsoft.com/office/drawing/2014/main" id="{97C3C915-AC08-E5EE-E766-793737B1F4F7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0" name="Google Shape;1361;p28">
              <a:extLst>
                <a:ext uri="{FF2B5EF4-FFF2-40B4-BE49-F238E27FC236}">
                  <a16:creationId xmlns:a16="http://schemas.microsoft.com/office/drawing/2014/main" id="{9D554599-B3C2-2CAC-7FA9-AD28D2374416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1" name="Google Shape;1362;p28">
              <a:extLst>
                <a:ext uri="{FF2B5EF4-FFF2-40B4-BE49-F238E27FC236}">
                  <a16:creationId xmlns:a16="http://schemas.microsoft.com/office/drawing/2014/main" id="{DFF15935-A13E-CB9A-3F46-5582FDE4BF11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2" name="Google Shape;1363;p28">
              <a:extLst>
                <a:ext uri="{FF2B5EF4-FFF2-40B4-BE49-F238E27FC236}">
                  <a16:creationId xmlns:a16="http://schemas.microsoft.com/office/drawing/2014/main" id="{8047DBB2-0BA5-57D4-2BC4-338A4B7CC3CA}"/>
                </a:ext>
              </a:extLst>
            </p:cNvPr>
            <p:cNvSpPr/>
            <p:nvPr/>
          </p:nvSpPr>
          <p:spPr>
            <a:xfrm>
              <a:off x="1556952" y="306461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3" name="Google Shape;1364;p28">
              <a:extLst>
                <a:ext uri="{FF2B5EF4-FFF2-40B4-BE49-F238E27FC236}">
                  <a16:creationId xmlns:a16="http://schemas.microsoft.com/office/drawing/2014/main" id="{4D097D93-68B5-64BF-AE9A-D5F4944ADE49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4" name="Google Shape;1365;p28">
              <a:extLst>
                <a:ext uri="{FF2B5EF4-FFF2-40B4-BE49-F238E27FC236}">
                  <a16:creationId xmlns:a16="http://schemas.microsoft.com/office/drawing/2014/main" id="{3359BEB6-BF3D-C046-9ADD-60D03247B843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5" name="Google Shape;1366;p28">
              <a:extLst>
                <a:ext uri="{FF2B5EF4-FFF2-40B4-BE49-F238E27FC236}">
                  <a16:creationId xmlns:a16="http://schemas.microsoft.com/office/drawing/2014/main" id="{FE79A947-9397-2BC6-283C-54426C39D079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6" name="Google Shape;1367;p28">
              <a:extLst>
                <a:ext uri="{FF2B5EF4-FFF2-40B4-BE49-F238E27FC236}">
                  <a16:creationId xmlns:a16="http://schemas.microsoft.com/office/drawing/2014/main" id="{3C2901D1-12A3-1A32-B2DD-56DD3A934363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7" name="Google Shape;1368;p28">
              <a:extLst>
                <a:ext uri="{FF2B5EF4-FFF2-40B4-BE49-F238E27FC236}">
                  <a16:creationId xmlns:a16="http://schemas.microsoft.com/office/drawing/2014/main" id="{6F935FFE-A901-13E8-3D7F-49785EB07554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8" name="Google Shape;1369;p28">
              <a:extLst>
                <a:ext uri="{FF2B5EF4-FFF2-40B4-BE49-F238E27FC236}">
                  <a16:creationId xmlns:a16="http://schemas.microsoft.com/office/drawing/2014/main" id="{A91AE6C0-14C8-9082-3E39-233A74897F07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9" name="Google Shape;1370;p28">
              <a:extLst>
                <a:ext uri="{FF2B5EF4-FFF2-40B4-BE49-F238E27FC236}">
                  <a16:creationId xmlns:a16="http://schemas.microsoft.com/office/drawing/2014/main" id="{65D91867-717A-2CC9-F79C-A6918FDC06FE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0" name="Google Shape;1371;p28">
              <a:extLst>
                <a:ext uri="{FF2B5EF4-FFF2-40B4-BE49-F238E27FC236}">
                  <a16:creationId xmlns:a16="http://schemas.microsoft.com/office/drawing/2014/main" id="{B0E0AFC6-F456-411C-1591-6B85395159CA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1" name="Google Shape;1372;p28">
              <a:extLst>
                <a:ext uri="{FF2B5EF4-FFF2-40B4-BE49-F238E27FC236}">
                  <a16:creationId xmlns:a16="http://schemas.microsoft.com/office/drawing/2014/main" id="{8C199440-94A7-E4DB-669A-9DC791BA103F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2" name="Google Shape;1373;p28">
              <a:extLst>
                <a:ext uri="{FF2B5EF4-FFF2-40B4-BE49-F238E27FC236}">
                  <a16:creationId xmlns:a16="http://schemas.microsoft.com/office/drawing/2014/main" id="{CCEB4D02-38C5-8DFE-561A-FDB7AF7252B5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3" name="Google Shape;1374;p28">
              <a:extLst>
                <a:ext uri="{FF2B5EF4-FFF2-40B4-BE49-F238E27FC236}">
                  <a16:creationId xmlns:a16="http://schemas.microsoft.com/office/drawing/2014/main" id="{B4D3F654-96E7-3233-9975-0AC71D1CE229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4" name="Google Shape;1375;p28">
              <a:extLst>
                <a:ext uri="{FF2B5EF4-FFF2-40B4-BE49-F238E27FC236}">
                  <a16:creationId xmlns:a16="http://schemas.microsoft.com/office/drawing/2014/main" id="{38E12816-862E-1182-2CB1-46344CFD0881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5" name="Google Shape;1376;p28">
              <a:extLst>
                <a:ext uri="{FF2B5EF4-FFF2-40B4-BE49-F238E27FC236}">
                  <a16:creationId xmlns:a16="http://schemas.microsoft.com/office/drawing/2014/main" id="{793FDD67-AB35-9D6E-E329-88FE056F6AA3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6" name="Google Shape;1377;p28">
              <a:extLst>
                <a:ext uri="{FF2B5EF4-FFF2-40B4-BE49-F238E27FC236}">
                  <a16:creationId xmlns:a16="http://schemas.microsoft.com/office/drawing/2014/main" id="{534E7787-90BB-3CEB-E5B3-02F1B395C1AE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7" name="Google Shape;1378;p28">
              <a:extLst>
                <a:ext uri="{FF2B5EF4-FFF2-40B4-BE49-F238E27FC236}">
                  <a16:creationId xmlns:a16="http://schemas.microsoft.com/office/drawing/2014/main" id="{8055A703-11B2-149B-2D43-F8517FD1EECB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8" name="Google Shape;1379;p28">
              <a:extLst>
                <a:ext uri="{FF2B5EF4-FFF2-40B4-BE49-F238E27FC236}">
                  <a16:creationId xmlns:a16="http://schemas.microsoft.com/office/drawing/2014/main" id="{F9352623-F8DD-B292-504A-323B178BD8F9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9" name="Google Shape;1380;p28">
              <a:extLst>
                <a:ext uri="{FF2B5EF4-FFF2-40B4-BE49-F238E27FC236}">
                  <a16:creationId xmlns:a16="http://schemas.microsoft.com/office/drawing/2014/main" id="{2F583D89-51E1-F149-09E2-14F24B4872B1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0" name="Google Shape;1381;p28">
              <a:extLst>
                <a:ext uri="{FF2B5EF4-FFF2-40B4-BE49-F238E27FC236}">
                  <a16:creationId xmlns:a16="http://schemas.microsoft.com/office/drawing/2014/main" id="{F13770D9-E811-4A16-BE48-4E8D870F364D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1" name="Google Shape;1382;p28">
              <a:extLst>
                <a:ext uri="{FF2B5EF4-FFF2-40B4-BE49-F238E27FC236}">
                  <a16:creationId xmlns:a16="http://schemas.microsoft.com/office/drawing/2014/main" id="{3EF4500A-37BA-32C8-6AE4-16BBA0648C83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2" name="Google Shape;1383;p28">
              <a:extLst>
                <a:ext uri="{FF2B5EF4-FFF2-40B4-BE49-F238E27FC236}">
                  <a16:creationId xmlns:a16="http://schemas.microsoft.com/office/drawing/2014/main" id="{7C17833B-C074-1467-5250-83076DF7BD6D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3" name="Google Shape;1384;p28">
              <a:extLst>
                <a:ext uri="{FF2B5EF4-FFF2-40B4-BE49-F238E27FC236}">
                  <a16:creationId xmlns:a16="http://schemas.microsoft.com/office/drawing/2014/main" id="{1B455AB1-7C51-D4A1-336D-C281FDBDBE6A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4" name="Google Shape;1385;p28">
              <a:extLst>
                <a:ext uri="{FF2B5EF4-FFF2-40B4-BE49-F238E27FC236}">
                  <a16:creationId xmlns:a16="http://schemas.microsoft.com/office/drawing/2014/main" id="{5F2226C3-75AE-E9D3-D170-945B90B0E652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5" name="Google Shape;1386;p28">
              <a:extLst>
                <a:ext uri="{FF2B5EF4-FFF2-40B4-BE49-F238E27FC236}">
                  <a16:creationId xmlns:a16="http://schemas.microsoft.com/office/drawing/2014/main" id="{7B23681B-6781-9FD6-BEF1-79124962AD0C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6" name="Google Shape;1387;p28">
              <a:extLst>
                <a:ext uri="{FF2B5EF4-FFF2-40B4-BE49-F238E27FC236}">
                  <a16:creationId xmlns:a16="http://schemas.microsoft.com/office/drawing/2014/main" id="{23E20CB5-B91B-2BEE-9CEB-FC152A99E307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7" name="Google Shape;1388;p28">
              <a:extLst>
                <a:ext uri="{FF2B5EF4-FFF2-40B4-BE49-F238E27FC236}">
                  <a16:creationId xmlns:a16="http://schemas.microsoft.com/office/drawing/2014/main" id="{ED5B18A0-A45F-3752-E017-3767E6F2A560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8" name="Google Shape;1389;p28">
              <a:extLst>
                <a:ext uri="{FF2B5EF4-FFF2-40B4-BE49-F238E27FC236}">
                  <a16:creationId xmlns:a16="http://schemas.microsoft.com/office/drawing/2014/main" id="{0979440B-62C7-1EE3-4DFB-C971534F1C8D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9" name="Google Shape;1390;p28">
              <a:extLst>
                <a:ext uri="{FF2B5EF4-FFF2-40B4-BE49-F238E27FC236}">
                  <a16:creationId xmlns:a16="http://schemas.microsoft.com/office/drawing/2014/main" id="{F9E81317-4EC8-310C-FCAA-C5633F3E4098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0" name="Google Shape;1391;p28">
              <a:extLst>
                <a:ext uri="{FF2B5EF4-FFF2-40B4-BE49-F238E27FC236}">
                  <a16:creationId xmlns:a16="http://schemas.microsoft.com/office/drawing/2014/main" id="{39E91092-0686-8105-E1DB-8093DE52E45E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1" name="Google Shape;1392;p28">
              <a:extLst>
                <a:ext uri="{FF2B5EF4-FFF2-40B4-BE49-F238E27FC236}">
                  <a16:creationId xmlns:a16="http://schemas.microsoft.com/office/drawing/2014/main" id="{6026AB29-EF3C-7089-2599-DB40D3EA3686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2" name="Google Shape;1393;p28">
              <a:extLst>
                <a:ext uri="{FF2B5EF4-FFF2-40B4-BE49-F238E27FC236}">
                  <a16:creationId xmlns:a16="http://schemas.microsoft.com/office/drawing/2014/main" id="{A4432DCF-C021-7203-5525-566FDBFC3E3D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3" name="Google Shape;1394;p28">
              <a:extLst>
                <a:ext uri="{FF2B5EF4-FFF2-40B4-BE49-F238E27FC236}">
                  <a16:creationId xmlns:a16="http://schemas.microsoft.com/office/drawing/2014/main" id="{139EA0A1-69B1-0740-D68D-ACA580BBD9A1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4" name="Google Shape;1395;p28">
              <a:extLst>
                <a:ext uri="{FF2B5EF4-FFF2-40B4-BE49-F238E27FC236}">
                  <a16:creationId xmlns:a16="http://schemas.microsoft.com/office/drawing/2014/main" id="{1CE0095E-559F-7552-7D31-23A04316473F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5" name="Google Shape;1396;p28">
              <a:extLst>
                <a:ext uri="{FF2B5EF4-FFF2-40B4-BE49-F238E27FC236}">
                  <a16:creationId xmlns:a16="http://schemas.microsoft.com/office/drawing/2014/main" id="{E6DFDC98-1466-6CD8-EF71-88D2CD9FCA35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6" name="Google Shape;1397;p28">
              <a:extLst>
                <a:ext uri="{FF2B5EF4-FFF2-40B4-BE49-F238E27FC236}">
                  <a16:creationId xmlns:a16="http://schemas.microsoft.com/office/drawing/2014/main" id="{D8694FD6-6F78-7A77-C906-12F1DBCA9D30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7" name="Google Shape;1398;p28">
              <a:extLst>
                <a:ext uri="{FF2B5EF4-FFF2-40B4-BE49-F238E27FC236}">
                  <a16:creationId xmlns:a16="http://schemas.microsoft.com/office/drawing/2014/main" id="{B8199613-A06D-B7E5-0139-367C91549FB3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8" name="Google Shape;1399;p28">
              <a:extLst>
                <a:ext uri="{FF2B5EF4-FFF2-40B4-BE49-F238E27FC236}">
                  <a16:creationId xmlns:a16="http://schemas.microsoft.com/office/drawing/2014/main" id="{2FCB7722-3083-F89F-0CF9-073CB8B032E5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9" name="Google Shape;1400;p28">
              <a:extLst>
                <a:ext uri="{FF2B5EF4-FFF2-40B4-BE49-F238E27FC236}">
                  <a16:creationId xmlns:a16="http://schemas.microsoft.com/office/drawing/2014/main" id="{2F1BD0F0-6966-EA45-C930-22F606CF06E0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0" name="Google Shape;1401;p28">
              <a:extLst>
                <a:ext uri="{FF2B5EF4-FFF2-40B4-BE49-F238E27FC236}">
                  <a16:creationId xmlns:a16="http://schemas.microsoft.com/office/drawing/2014/main" id="{9E3CE70E-E0F2-E577-B388-010743FC3F6E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1" name="Google Shape;1402;p28">
              <a:extLst>
                <a:ext uri="{FF2B5EF4-FFF2-40B4-BE49-F238E27FC236}">
                  <a16:creationId xmlns:a16="http://schemas.microsoft.com/office/drawing/2014/main" id="{8291CE92-8624-32DA-CD8F-2CF3E236950D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2" name="Google Shape;1403;p28">
              <a:extLst>
                <a:ext uri="{FF2B5EF4-FFF2-40B4-BE49-F238E27FC236}">
                  <a16:creationId xmlns:a16="http://schemas.microsoft.com/office/drawing/2014/main" id="{F2198642-8186-4815-156E-218DA2FC3B02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3" name="Google Shape;1404;p28">
              <a:extLst>
                <a:ext uri="{FF2B5EF4-FFF2-40B4-BE49-F238E27FC236}">
                  <a16:creationId xmlns:a16="http://schemas.microsoft.com/office/drawing/2014/main" id="{680862DB-004C-6302-D1E9-66C7D8052CFE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4" name="Google Shape;1405;p28">
              <a:extLst>
                <a:ext uri="{FF2B5EF4-FFF2-40B4-BE49-F238E27FC236}">
                  <a16:creationId xmlns:a16="http://schemas.microsoft.com/office/drawing/2014/main" id="{F863F443-96DD-5F34-6C96-233BFB8AA3FA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5" name="Google Shape;1406;p28">
              <a:extLst>
                <a:ext uri="{FF2B5EF4-FFF2-40B4-BE49-F238E27FC236}">
                  <a16:creationId xmlns:a16="http://schemas.microsoft.com/office/drawing/2014/main" id="{0B063F5E-52FF-8E9F-CAA2-44D88C227C0A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6" name="Google Shape;1407;p28">
              <a:extLst>
                <a:ext uri="{FF2B5EF4-FFF2-40B4-BE49-F238E27FC236}">
                  <a16:creationId xmlns:a16="http://schemas.microsoft.com/office/drawing/2014/main" id="{66144C3A-C681-9A75-2BC6-433FAA588F2E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7" name="Google Shape;1408;p28">
              <a:extLst>
                <a:ext uri="{FF2B5EF4-FFF2-40B4-BE49-F238E27FC236}">
                  <a16:creationId xmlns:a16="http://schemas.microsoft.com/office/drawing/2014/main" id="{6D6DAAFA-D430-6891-9C16-9396AF3AA42A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8" name="Google Shape;1409;p28">
              <a:extLst>
                <a:ext uri="{FF2B5EF4-FFF2-40B4-BE49-F238E27FC236}">
                  <a16:creationId xmlns:a16="http://schemas.microsoft.com/office/drawing/2014/main" id="{A1A50714-7301-D71C-5C9D-DC688705AC60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9" name="Google Shape;1410;p28">
              <a:extLst>
                <a:ext uri="{FF2B5EF4-FFF2-40B4-BE49-F238E27FC236}">
                  <a16:creationId xmlns:a16="http://schemas.microsoft.com/office/drawing/2014/main" id="{65476829-D75E-2DCF-BE2D-0753EAE16B0C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0" name="Google Shape;1411;p28">
              <a:extLst>
                <a:ext uri="{FF2B5EF4-FFF2-40B4-BE49-F238E27FC236}">
                  <a16:creationId xmlns:a16="http://schemas.microsoft.com/office/drawing/2014/main" id="{0E871BD0-64E7-7406-E4D8-4925E0C1B913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1" name="Google Shape;1412;p28">
              <a:extLst>
                <a:ext uri="{FF2B5EF4-FFF2-40B4-BE49-F238E27FC236}">
                  <a16:creationId xmlns:a16="http://schemas.microsoft.com/office/drawing/2014/main" id="{006D5B54-4A9D-8FED-A916-983E553DF1E4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2" name="Google Shape;1413;p28">
              <a:extLst>
                <a:ext uri="{FF2B5EF4-FFF2-40B4-BE49-F238E27FC236}">
                  <a16:creationId xmlns:a16="http://schemas.microsoft.com/office/drawing/2014/main" id="{BF4461EB-EA46-6D6E-CE73-EC0379278973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3" name="Google Shape;1414;p28">
              <a:extLst>
                <a:ext uri="{FF2B5EF4-FFF2-40B4-BE49-F238E27FC236}">
                  <a16:creationId xmlns:a16="http://schemas.microsoft.com/office/drawing/2014/main" id="{7F85DB44-CA88-C3FD-BE39-CF454E7E0F21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4" name="Google Shape;1415;p28">
              <a:extLst>
                <a:ext uri="{FF2B5EF4-FFF2-40B4-BE49-F238E27FC236}">
                  <a16:creationId xmlns:a16="http://schemas.microsoft.com/office/drawing/2014/main" id="{0DAAAA81-D7C5-DFE6-1000-965E2EC0629C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5" name="Google Shape;1416;p28">
              <a:extLst>
                <a:ext uri="{FF2B5EF4-FFF2-40B4-BE49-F238E27FC236}">
                  <a16:creationId xmlns:a16="http://schemas.microsoft.com/office/drawing/2014/main" id="{626DD997-A316-CCDB-D681-999898185977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6" name="Google Shape;1417;p28">
              <a:extLst>
                <a:ext uri="{FF2B5EF4-FFF2-40B4-BE49-F238E27FC236}">
                  <a16:creationId xmlns:a16="http://schemas.microsoft.com/office/drawing/2014/main" id="{4C7A3ED9-FFBD-47F7-401C-7A0586388FAB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7" name="Google Shape;1418;p28">
              <a:extLst>
                <a:ext uri="{FF2B5EF4-FFF2-40B4-BE49-F238E27FC236}">
                  <a16:creationId xmlns:a16="http://schemas.microsoft.com/office/drawing/2014/main" id="{10EBDF91-9734-D230-3C79-A8208B8C92EB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8" name="Google Shape;1419;p28">
              <a:extLst>
                <a:ext uri="{FF2B5EF4-FFF2-40B4-BE49-F238E27FC236}">
                  <a16:creationId xmlns:a16="http://schemas.microsoft.com/office/drawing/2014/main" id="{73B78896-2A88-FEFE-CEB4-8260D3C4BD68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9" name="Google Shape;1420;p28">
              <a:extLst>
                <a:ext uri="{FF2B5EF4-FFF2-40B4-BE49-F238E27FC236}">
                  <a16:creationId xmlns:a16="http://schemas.microsoft.com/office/drawing/2014/main" id="{7C2E1C9C-E9CE-375C-0F71-4C84025698CE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0" name="Google Shape;1421;p28">
              <a:extLst>
                <a:ext uri="{FF2B5EF4-FFF2-40B4-BE49-F238E27FC236}">
                  <a16:creationId xmlns:a16="http://schemas.microsoft.com/office/drawing/2014/main" id="{A81DC6C2-AF66-4B12-F29C-41C60EB60886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1" name="Google Shape;1422;p28">
              <a:extLst>
                <a:ext uri="{FF2B5EF4-FFF2-40B4-BE49-F238E27FC236}">
                  <a16:creationId xmlns:a16="http://schemas.microsoft.com/office/drawing/2014/main" id="{41AD4CDA-BFF9-F455-0B80-00AE27690EB2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2" name="Google Shape;1423;p28">
              <a:extLst>
                <a:ext uri="{FF2B5EF4-FFF2-40B4-BE49-F238E27FC236}">
                  <a16:creationId xmlns:a16="http://schemas.microsoft.com/office/drawing/2014/main" id="{5ADA8101-2CFF-6D14-417C-C1EE9E762B8D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3" name="Google Shape;1424;p28">
              <a:extLst>
                <a:ext uri="{FF2B5EF4-FFF2-40B4-BE49-F238E27FC236}">
                  <a16:creationId xmlns:a16="http://schemas.microsoft.com/office/drawing/2014/main" id="{7953727B-7DA2-3DA3-FF3A-A07F6F181E34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4" name="Google Shape;1425;p28">
              <a:extLst>
                <a:ext uri="{FF2B5EF4-FFF2-40B4-BE49-F238E27FC236}">
                  <a16:creationId xmlns:a16="http://schemas.microsoft.com/office/drawing/2014/main" id="{C1DFE459-CF0B-2D96-B135-90F8093DF402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5" name="Google Shape;1426;p28">
              <a:extLst>
                <a:ext uri="{FF2B5EF4-FFF2-40B4-BE49-F238E27FC236}">
                  <a16:creationId xmlns:a16="http://schemas.microsoft.com/office/drawing/2014/main" id="{35566851-DED1-0684-B288-3F19546D40C8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6" name="Google Shape;1427;p28">
              <a:extLst>
                <a:ext uri="{FF2B5EF4-FFF2-40B4-BE49-F238E27FC236}">
                  <a16:creationId xmlns:a16="http://schemas.microsoft.com/office/drawing/2014/main" id="{99D89A4F-A834-EBC1-6EB5-620EAB20EE43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7" name="Google Shape;1428;p28">
              <a:extLst>
                <a:ext uri="{FF2B5EF4-FFF2-40B4-BE49-F238E27FC236}">
                  <a16:creationId xmlns:a16="http://schemas.microsoft.com/office/drawing/2014/main" id="{B5BFF2F5-5CA7-6F53-8177-B27462538AF6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8" name="Google Shape;1429;p28">
              <a:extLst>
                <a:ext uri="{FF2B5EF4-FFF2-40B4-BE49-F238E27FC236}">
                  <a16:creationId xmlns:a16="http://schemas.microsoft.com/office/drawing/2014/main" id="{3F224500-4C74-E32A-8C95-19B8FC7F608E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9" name="Google Shape;1430;p28">
              <a:extLst>
                <a:ext uri="{FF2B5EF4-FFF2-40B4-BE49-F238E27FC236}">
                  <a16:creationId xmlns:a16="http://schemas.microsoft.com/office/drawing/2014/main" id="{658367C6-E39A-8EF3-70D5-2B3D0465FE33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0" name="Google Shape;1431;p28">
              <a:extLst>
                <a:ext uri="{FF2B5EF4-FFF2-40B4-BE49-F238E27FC236}">
                  <a16:creationId xmlns:a16="http://schemas.microsoft.com/office/drawing/2014/main" id="{C4124037-C3CC-98EB-C21B-33F8D35F7219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1" name="Google Shape;1432;p28">
              <a:extLst>
                <a:ext uri="{FF2B5EF4-FFF2-40B4-BE49-F238E27FC236}">
                  <a16:creationId xmlns:a16="http://schemas.microsoft.com/office/drawing/2014/main" id="{5F73A613-2D24-5A75-CB6D-EABDAE93D7F8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2" name="Google Shape;1433;p28">
              <a:extLst>
                <a:ext uri="{FF2B5EF4-FFF2-40B4-BE49-F238E27FC236}">
                  <a16:creationId xmlns:a16="http://schemas.microsoft.com/office/drawing/2014/main" id="{F819D08D-658B-DEF8-3922-0D3D989EB964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3" name="Google Shape;1434;p28">
              <a:extLst>
                <a:ext uri="{FF2B5EF4-FFF2-40B4-BE49-F238E27FC236}">
                  <a16:creationId xmlns:a16="http://schemas.microsoft.com/office/drawing/2014/main" id="{DB0FF161-24ED-F591-7BFF-751E8BC3E749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4" name="Google Shape;1435;p28">
              <a:extLst>
                <a:ext uri="{FF2B5EF4-FFF2-40B4-BE49-F238E27FC236}">
                  <a16:creationId xmlns:a16="http://schemas.microsoft.com/office/drawing/2014/main" id="{2D0894F3-EA5B-0F45-2568-B67B021620CE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5" name="Google Shape;1436;p28">
              <a:extLst>
                <a:ext uri="{FF2B5EF4-FFF2-40B4-BE49-F238E27FC236}">
                  <a16:creationId xmlns:a16="http://schemas.microsoft.com/office/drawing/2014/main" id="{1E0E53FA-A51A-D7D0-11C3-90409E015AAA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6" name="Google Shape;1437;p28">
              <a:extLst>
                <a:ext uri="{FF2B5EF4-FFF2-40B4-BE49-F238E27FC236}">
                  <a16:creationId xmlns:a16="http://schemas.microsoft.com/office/drawing/2014/main" id="{BF61EF84-0113-75B5-477B-02D1448EB87D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7" name="Google Shape;1438;p28">
              <a:extLst>
                <a:ext uri="{FF2B5EF4-FFF2-40B4-BE49-F238E27FC236}">
                  <a16:creationId xmlns:a16="http://schemas.microsoft.com/office/drawing/2014/main" id="{E1C00E2A-28FD-8614-59C3-6FC042A3FCEF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8" name="Google Shape;1439;p28">
              <a:extLst>
                <a:ext uri="{FF2B5EF4-FFF2-40B4-BE49-F238E27FC236}">
                  <a16:creationId xmlns:a16="http://schemas.microsoft.com/office/drawing/2014/main" id="{12ECEC5E-988A-11E1-616E-C03220C0CA07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9" name="Google Shape;1440;p28">
              <a:extLst>
                <a:ext uri="{FF2B5EF4-FFF2-40B4-BE49-F238E27FC236}">
                  <a16:creationId xmlns:a16="http://schemas.microsoft.com/office/drawing/2014/main" id="{B4210EA4-FA88-5E91-3E78-CC3D3405A42C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0" name="Google Shape;1441;p28">
              <a:extLst>
                <a:ext uri="{FF2B5EF4-FFF2-40B4-BE49-F238E27FC236}">
                  <a16:creationId xmlns:a16="http://schemas.microsoft.com/office/drawing/2014/main" id="{AE023251-A61A-95B8-2B67-36FA796C298C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1" name="Google Shape;1442;p28">
              <a:extLst>
                <a:ext uri="{FF2B5EF4-FFF2-40B4-BE49-F238E27FC236}">
                  <a16:creationId xmlns:a16="http://schemas.microsoft.com/office/drawing/2014/main" id="{D44BC3E9-A35D-F334-11F5-C67C23B89C21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2" name="Google Shape;1443;p28">
              <a:extLst>
                <a:ext uri="{FF2B5EF4-FFF2-40B4-BE49-F238E27FC236}">
                  <a16:creationId xmlns:a16="http://schemas.microsoft.com/office/drawing/2014/main" id="{5D69F152-1C89-B62B-84CE-98D404E19E7C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3" name="Google Shape;1444;p28">
              <a:extLst>
                <a:ext uri="{FF2B5EF4-FFF2-40B4-BE49-F238E27FC236}">
                  <a16:creationId xmlns:a16="http://schemas.microsoft.com/office/drawing/2014/main" id="{18D81064-FB10-F671-ABC1-E81C4C05D95E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4" name="Google Shape;1445;p28">
              <a:extLst>
                <a:ext uri="{FF2B5EF4-FFF2-40B4-BE49-F238E27FC236}">
                  <a16:creationId xmlns:a16="http://schemas.microsoft.com/office/drawing/2014/main" id="{C7E67A1A-2078-5E2A-1829-DC617D186E23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5" name="Google Shape;1446;p28">
              <a:extLst>
                <a:ext uri="{FF2B5EF4-FFF2-40B4-BE49-F238E27FC236}">
                  <a16:creationId xmlns:a16="http://schemas.microsoft.com/office/drawing/2014/main" id="{9D412D28-63A8-87F2-7797-89406325D046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6" name="Google Shape;1447;p28">
              <a:extLst>
                <a:ext uri="{FF2B5EF4-FFF2-40B4-BE49-F238E27FC236}">
                  <a16:creationId xmlns:a16="http://schemas.microsoft.com/office/drawing/2014/main" id="{F2787E2B-1353-BB96-62A2-1FA3FB32942D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7" name="Google Shape;1448;p28">
              <a:extLst>
                <a:ext uri="{FF2B5EF4-FFF2-40B4-BE49-F238E27FC236}">
                  <a16:creationId xmlns:a16="http://schemas.microsoft.com/office/drawing/2014/main" id="{0633FAD6-6125-4B44-57C8-9BDB4E6A4DE0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8" name="Google Shape;1449;p28">
              <a:extLst>
                <a:ext uri="{FF2B5EF4-FFF2-40B4-BE49-F238E27FC236}">
                  <a16:creationId xmlns:a16="http://schemas.microsoft.com/office/drawing/2014/main" id="{FF8BA2ED-387D-C0CA-704E-6F2A3D2DDF94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9" name="Google Shape;1450;p28">
              <a:extLst>
                <a:ext uri="{FF2B5EF4-FFF2-40B4-BE49-F238E27FC236}">
                  <a16:creationId xmlns:a16="http://schemas.microsoft.com/office/drawing/2014/main" id="{76D23203-11B1-0237-53AD-75B332A06827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0" name="Google Shape;1451;p28">
              <a:extLst>
                <a:ext uri="{FF2B5EF4-FFF2-40B4-BE49-F238E27FC236}">
                  <a16:creationId xmlns:a16="http://schemas.microsoft.com/office/drawing/2014/main" id="{90E28C85-988A-7ACD-EEDE-5CE8AB0B77A3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1" name="Google Shape;1452;p28">
              <a:extLst>
                <a:ext uri="{FF2B5EF4-FFF2-40B4-BE49-F238E27FC236}">
                  <a16:creationId xmlns:a16="http://schemas.microsoft.com/office/drawing/2014/main" id="{C8B30ECD-8CFC-FF1F-D84E-CC8C1FC5F082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2" name="Google Shape;1453;p28">
              <a:extLst>
                <a:ext uri="{FF2B5EF4-FFF2-40B4-BE49-F238E27FC236}">
                  <a16:creationId xmlns:a16="http://schemas.microsoft.com/office/drawing/2014/main" id="{AAF1D798-3785-503D-41D3-B89A887B7C27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4" name="Google Shape;1455;p28">
              <a:extLst>
                <a:ext uri="{FF2B5EF4-FFF2-40B4-BE49-F238E27FC236}">
                  <a16:creationId xmlns:a16="http://schemas.microsoft.com/office/drawing/2014/main" id="{90111557-100D-F20C-79EC-BDCB0646D40D}"/>
                </a:ext>
              </a:extLst>
            </p:cNvPr>
            <p:cNvSpPr/>
            <p:nvPr/>
          </p:nvSpPr>
          <p:spPr>
            <a:xfrm>
              <a:off x="2726690" y="2792230"/>
              <a:ext cx="472350" cy="223392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5" name="Google Shape;1456;p28">
              <a:extLst>
                <a:ext uri="{FF2B5EF4-FFF2-40B4-BE49-F238E27FC236}">
                  <a16:creationId xmlns:a16="http://schemas.microsoft.com/office/drawing/2014/main" id="{6E3F14D3-B3A2-8846-A903-017A88B7A240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6" name="Google Shape;1457;p28">
              <a:extLst>
                <a:ext uri="{FF2B5EF4-FFF2-40B4-BE49-F238E27FC236}">
                  <a16:creationId xmlns:a16="http://schemas.microsoft.com/office/drawing/2014/main" id="{0BF6D049-6453-0221-362E-16107C796FF8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7" name="Google Shape;1458;p28">
              <a:extLst>
                <a:ext uri="{FF2B5EF4-FFF2-40B4-BE49-F238E27FC236}">
                  <a16:creationId xmlns:a16="http://schemas.microsoft.com/office/drawing/2014/main" id="{CC03DC01-3CB7-4E15-909C-EC80CF84CDCC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8" name="Google Shape;1459;p28">
              <a:extLst>
                <a:ext uri="{FF2B5EF4-FFF2-40B4-BE49-F238E27FC236}">
                  <a16:creationId xmlns:a16="http://schemas.microsoft.com/office/drawing/2014/main" id="{9368767A-8CB0-CD6F-4987-F57E788D7010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9" name="Google Shape;1460;p28">
              <a:extLst>
                <a:ext uri="{FF2B5EF4-FFF2-40B4-BE49-F238E27FC236}">
                  <a16:creationId xmlns:a16="http://schemas.microsoft.com/office/drawing/2014/main" id="{EA7351DE-9718-169E-0B16-F4A41D285C64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0" name="Google Shape;1461;p28">
              <a:extLst>
                <a:ext uri="{FF2B5EF4-FFF2-40B4-BE49-F238E27FC236}">
                  <a16:creationId xmlns:a16="http://schemas.microsoft.com/office/drawing/2014/main" id="{0B3765CC-448A-3CE0-A44E-B127EBC91E75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1" name="Google Shape;1462;p28">
              <a:extLst>
                <a:ext uri="{FF2B5EF4-FFF2-40B4-BE49-F238E27FC236}">
                  <a16:creationId xmlns:a16="http://schemas.microsoft.com/office/drawing/2014/main" id="{A29E7B19-C1AB-840F-015C-B71C177A7FEF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2" name="Google Shape;1463;p28">
              <a:extLst>
                <a:ext uri="{FF2B5EF4-FFF2-40B4-BE49-F238E27FC236}">
                  <a16:creationId xmlns:a16="http://schemas.microsoft.com/office/drawing/2014/main" id="{9E984390-4F6B-2929-DAE9-26050EE4F547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3" name="Google Shape;1464;p28">
              <a:extLst>
                <a:ext uri="{FF2B5EF4-FFF2-40B4-BE49-F238E27FC236}">
                  <a16:creationId xmlns:a16="http://schemas.microsoft.com/office/drawing/2014/main" id="{0C02AD03-0ED9-95AA-24A4-5C544CB33F95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0" name="Google Shape;1471;p28">
              <a:extLst>
                <a:ext uri="{FF2B5EF4-FFF2-40B4-BE49-F238E27FC236}">
                  <a16:creationId xmlns:a16="http://schemas.microsoft.com/office/drawing/2014/main" id="{11EB27C8-9C10-F826-767E-F8DE340819EC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1" name="Google Shape;1472;p28">
              <a:extLst>
                <a:ext uri="{FF2B5EF4-FFF2-40B4-BE49-F238E27FC236}">
                  <a16:creationId xmlns:a16="http://schemas.microsoft.com/office/drawing/2014/main" id="{2DCA3702-26D4-AD0F-4598-2C66B8AE5C74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2" name="Google Shape;1473;p28">
              <a:extLst>
                <a:ext uri="{FF2B5EF4-FFF2-40B4-BE49-F238E27FC236}">
                  <a16:creationId xmlns:a16="http://schemas.microsoft.com/office/drawing/2014/main" id="{F70D7737-BD1B-8DEF-0CF0-5B98E575E4CB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3" name="Google Shape;1474;p28">
              <a:extLst>
                <a:ext uri="{FF2B5EF4-FFF2-40B4-BE49-F238E27FC236}">
                  <a16:creationId xmlns:a16="http://schemas.microsoft.com/office/drawing/2014/main" id="{C8B10742-65A3-09DD-1884-71121F1E0D13}"/>
                </a:ext>
              </a:extLst>
            </p:cNvPr>
            <p:cNvSpPr/>
            <p:nvPr/>
          </p:nvSpPr>
          <p:spPr>
            <a:xfrm>
              <a:off x="5103417" y="2840021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7" name="Google Shape;1478;p28">
              <a:extLst>
                <a:ext uri="{FF2B5EF4-FFF2-40B4-BE49-F238E27FC236}">
                  <a16:creationId xmlns:a16="http://schemas.microsoft.com/office/drawing/2014/main" id="{DA35E865-C5E8-1E60-E364-70A928B1FE11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8" name="Google Shape;1479;p28">
              <a:extLst>
                <a:ext uri="{FF2B5EF4-FFF2-40B4-BE49-F238E27FC236}">
                  <a16:creationId xmlns:a16="http://schemas.microsoft.com/office/drawing/2014/main" id="{CEFBFFEB-156F-9829-71A1-98D64B5F1D00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9" name="Google Shape;1480;p28">
              <a:extLst>
                <a:ext uri="{FF2B5EF4-FFF2-40B4-BE49-F238E27FC236}">
                  <a16:creationId xmlns:a16="http://schemas.microsoft.com/office/drawing/2014/main" id="{DB297407-D044-27C7-6853-19866A1B1F69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0" name="Google Shape;1481;p28">
              <a:extLst>
                <a:ext uri="{FF2B5EF4-FFF2-40B4-BE49-F238E27FC236}">
                  <a16:creationId xmlns:a16="http://schemas.microsoft.com/office/drawing/2014/main" id="{E8E416FD-851E-8816-DD52-1C91690F0BB0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2" name="Google Shape;1483;p28">
              <a:extLst>
                <a:ext uri="{FF2B5EF4-FFF2-40B4-BE49-F238E27FC236}">
                  <a16:creationId xmlns:a16="http://schemas.microsoft.com/office/drawing/2014/main" id="{510C4934-BAF7-4161-48E7-CD2390222812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4" name="Google Shape;1485;p28">
              <a:extLst>
                <a:ext uri="{FF2B5EF4-FFF2-40B4-BE49-F238E27FC236}">
                  <a16:creationId xmlns:a16="http://schemas.microsoft.com/office/drawing/2014/main" id="{01AC10E1-942B-BDED-9BFE-20BAC8FB5466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9" name="Google Shape;1490;p28">
              <a:extLst>
                <a:ext uri="{FF2B5EF4-FFF2-40B4-BE49-F238E27FC236}">
                  <a16:creationId xmlns:a16="http://schemas.microsoft.com/office/drawing/2014/main" id="{AD25C1FF-55BC-74D6-B434-196D98564591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0" name="Google Shape;1491;p28">
              <a:extLst>
                <a:ext uri="{FF2B5EF4-FFF2-40B4-BE49-F238E27FC236}">
                  <a16:creationId xmlns:a16="http://schemas.microsoft.com/office/drawing/2014/main" id="{E0091DE3-0C4F-BB82-B8C6-8CA18E20143F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1" name="Google Shape;1492;p28">
              <a:extLst>
                <a:ext uri="{FF2B5EF4-FFF2-40B4-BE49-F238E27FC236}">
                  <a16:creationId xmlns:a16="http://schemas.microsoft.com/office/drawing/2014/main" id="{7CED9D64-606E-B9BF-5B38-F82B7EC6CE85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rgbClr val="33CCCC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355" name="Image 2354">
            <a:extLst>
              <a:ext uri="{FF2B5EF4-FFF2-40B4-BE49-F238E27FC236}">
                <a16:creationId xmlns:a16="http://schemas.microsoft.com/office/drawing/2014/main" id="{FBBCF65C-DC9C-19FB-A97E-31AE869C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054" y="2730202"/>
            <a:ext cx="6575515" cy="236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Grand écran</PresentationFormat>
  <Paragraphs>1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de votre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</cp:lastModifiedBy>
  <cp:revision>2</cp:revision>
  <dcterms:created xsi:type="dcterms:W3CDTF">2013-01-27T09:14:16Z</dcterms:created>
  <dcterms:modified xsi:type="dcterms:W3CDTF">2026-06-20T22:56:02Z</dcterms:modified>
  <cp:category/>
</cp:coreProperties>
</file>