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FB525F-60EC-D47B-0C9E-6526B354A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C829BA-87E0-38C7-1771-9FBECA170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1D55C4-D04C-A6B1-EB77-63534127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638DD0-8483-4FEE-BE55-242952B7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CCD8E-7310-E7EF-FD72-314CDD19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411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49959E-8900-24CA-6447-52229378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7FEA2E-C773-D231-BD1A-036F317C6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3372D1-F3C6-61DF-66D2-FA711C16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C9E846-3169-5E3F-8587-CCAE4269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98EB5D-B64C-0693-287F-EDF69192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41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532D6-EF3C-BBBF-E6C7-D4479817B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EFBC3A-A7E3-A107-CED9-0AB3A48F0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2F12F0-226F-5C40-D27E-F0502850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F73B3D-10CC-7FF4-650F-6BE3FD96D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803BCB-815A-F39E-7A87-EB69067E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2958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7FE0A-2815-ED18-7A70-04EBC812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5DC94-9201-7382-A72A-EA8C566E7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795E4C-FCCE-2345-92FB-4D9023712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06DF50-8A30-ECE7-26D0-743A5C32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D20269-2A73-2A9F-11D9-4844E2B7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1BE9B5-67C2-7B0E-28FC-F9357BC2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95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AFA448-8678-6605-8790-2DF2C4F2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C91ECA-EDA6-B5EC-8566-220EA924F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2237C7-6209-915A-E811-1D78D6158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94F860-74C0-A273-7AC4-3502F9AFD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2FD2BB6-749E-ACE2-DD79-6A507887E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6D48B89-849F-3744-DE5D-BC6D97B9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4E5CABF-1127-183C-D523-C261147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1550ADE-8DAB-718E-BF4A-7A0CF6C6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744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35982-8AC8-C231-EB4C-2AC9E01E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06DD8E-2EA8-B32F-139A-E20EA5BC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8281C4-AF58-87F8-44B3-DDD1946C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8B79C5-E54F-57FE-D74A-FA90FCA7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526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E51C7AB-982F-F631-0297-6768324D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0BAEAB-E223-3E37-8A87-5DEBE225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6E48DE-91E2-804F-0512-AB4FD722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28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BDF74-4DFE-5339-0305-C53CF38C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C5D8B-14E5-E6E9-5DC6-0E61D275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A95258-E683-1013-1BD1-F43AC339D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282640-8C61-5EEE-A7E2-0A9005D2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0173D1-CA83-9E2F-A49B-AA150AB6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3E27D0-054D-778E-FDDE-759007A6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60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4510E-C234-A77B-223F-8B493D70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8C1EAC8-9606-3DD4-CC87-9DBD07AD8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5C87BD-55BF-655C-41A2-FD81C3626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6D5E50-A7B1-8B6F-3928-1346C3E4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532C14-2307-7B9B-41BC-0235951B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E463EF-7AD9-ADF3-726E-B02A8295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27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973FE-2239-6AD1-E7CE-F8D0E368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9D46CD-09BE-BFD3-E860-8544BD0AE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E232A1-31D1-CD16-40C0-A0318C74A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4FD5BE-16BD-BB3A-3DE5-258A0C1C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6F6063-C716-8065-E979-1845C28D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99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0885C01-AE65-DED9-07D9-D40240622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8552FE-9D0B-067E-B2FF-438891FD3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53A1FE-3629-BB8D-75F0-7E3FF352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90062E-D074-1083-C260-7922CD00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5F1B7E-5570-BF1F-61DD-8796DD8A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420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78FA9B-1FC5-5946-147C-9DC1A1AD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D64BE1-6C49-5BFA-FB76-82245CD7A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8B7689-9A05-F57A-908B-CEE0F6BE7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AC05-C549-4452-961A-7C9E90652A9B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22AC40-4D80-BBB2-F266-412BD5AD9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86300-3698-B55C-AB7F-487FF4F84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01EC2-BB51-4825-BF1A-49DB009248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80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A2BF629-3399-8435-E848-4088AF15E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4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2E96267-D5AB-980F-9ECC-9DF649698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16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6101-DFF0-7B1C-0BE0-5DEA382C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C0AA506-BDB6-3DC3-C36F-94C0541FC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267344" cy="690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41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FC0D8BF-5448-884D-7D30-67BDED616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267344" cy="690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8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4A7C-BDA0-B804-9C32-45DCF3DF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E87D2BA-4F1C-7456-B667-FBA6BFFA9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3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DF2C2-4CF5-C156-070E-98E3EE8B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3BA67AE-7B13-F141-07A4-648899A2F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2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6334-D6CE-7BB3-7317-C9C073CE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A5150BA-FC5C-55F6-EA2C-E8566644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97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5C01-9877-87B1-775B-D14BAD74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9488FF7-EE51-737C-DBB6-28D1BFF6A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5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CBB6-7BA9-A9B5-F234-0AB91961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C6504B5-9D0C-9FC5-1D49-0D0055764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17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0321-BC88-4C46-6296-F8C23FCA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726A643-1DB5-9636-5AB9-FC5953FEB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4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07737-F487-4401-6742-076061D6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54FC350-9ACC-BAD9-4CFA-B09BE7011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09"/>
            <a:ext cx="12189851" cy="68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86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AA0B-FF8B-AC5F-C67C-B1F26806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AC9E05D-2565-E7A1-8B62-15A490618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57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F71AE-A2D3-2BF4-1190-39229BAF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474542B-A669-929F-3DAB-70B8164D9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" y="1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74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E12D-EF3C-AD11-8324-13182C2A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E8D9A23-7D76-C6A9-D155-659ACA3F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3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0568-A6AB-CCEC-465E-3834E934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5B9A37-B2BA-3420-A271-F674987C1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7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46B7-BFD4-F611-AC18-23A49E99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E12B9FA-1F32-3476-72BE-D8C2F97FF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" y="0"/>
            <a:ext cx="12189850" cy="68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16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361F-2D20-14AE-48F5-4F3C8E02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260D3FB-1571-BB89-3CD7-260D3A206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47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13EE-C065-3379-4999-C2134A83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3016D42-3E3B-1C49-421A-66D4E3DC2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28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F8C7D-DC6A-9C5B-2015-64B1AA06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A14220B-EB41-BDF6-41C9-E1189D84D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65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E9F62-ADC3-5B78-2677-D89AF810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688BE07-91CD-073D-65A1-14CE6CAEC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29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8681-911E-E2E0-8768-34F3A933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51AB301-4367-019A-4CC2-4992C8984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" y="1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429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Grand écran</PresentationFormat>
  <Paragraphs>0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2026-06-30T19:39:18Z</dcterms:created>
  <dcterms:modified xsi:type="dcterms:W3CDTF">2026-06-30T19:41:26Z</dcterms:modified>
</cp:coreProperties>
</file>