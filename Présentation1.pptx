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271EE4-C39B-5208-A44D-BACF65680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B0798A-A595-01EE-F1C7-E58B41A34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6DA8A1-0D84-2BDC-7488-978A61E2B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5772F3-DDDD-33B7-9490-11A5227B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6F2E2A-1732-AD91-DB3B-B01F88155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774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2EE9D-685B-D5E4-7917-829BD563A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BDE797-A365-B20B-95CF-ECE8AE951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61CB81-51C4-B9EE-62AE-A55B3026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042868-9294-F908-6C21-38D9C76D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EDABB6-FBA7-1E99-5EB3-9ADC5386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2027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F89E6D-7F05-CBAE-D351-CDB4CD9B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1BDAA54-B42B-5664-AC45-B872FAA26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2BF87F-B3A4-95E8-B8FD-72BC6E16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064D9C-06F2-1002-7C04-60AF2CDDB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7D9701-F437-9777-7ABC-9B245AB48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08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B01C3-AD59-D75D-7A53-C7EEB87C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EAACFB-6BF0-8CD1-C068-A9A63EE6AD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B715A94-0AB4-0000-BBFB-0A28FD5F3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4AA1E90-E016-0A50-FDB7-52DB35A3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063489-DA79-6D73-A861-1EE1B2F01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E0AA0BE-F284-5D19-0241-7F76A413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564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FCFAA8-5745-CBAE-540E-297185C4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A5898D-3F5A-D8FF-A7BA-004EB838D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F52E46B-15D7-441D-8C3C-CB4899D6A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C59FF5C-A73D-4A56-84C7-657F8A3F6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A1EF7A9-F25E-5D36-D614-9897B2F60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03BDCF5-82A3-B3FB-565B-F00C5939F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1927067-A4EC-15B9-FD36-11C460BB8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0477557-7BFF-09B7-911E-558F49CF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359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4F8DA-F906-812E-8DA1-1642B001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785871B-8600-2342-14BF-4B895969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C2C5907-8371-530D-8449-8FA7B593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93C555-F1D0-AAD5-0B10-534A48CB9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8706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A2D4B5A-6DC3-0363-8E5A-CC94F31A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D5D0B05-D12E-61F2-C9EF-D232A0094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EE2FD64-A75E-5B56-A186-EBC84E95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2925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FF79D5-4565-E602-280E-06A0FF4C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0F7BACC-1F36-E5D9-E0EC-22F01CFF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98E26A6-808E-090A-E5CB-2F63D6DA4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1E54E5-10F7-FED7-16D0-82335EA5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144C77-DC10-723E-8E78-388EEFBF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9F25B-CB10-4AE6-CA9F-DA02BF3D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2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61091A-79BE-0E38-57CC-4E4F76A6A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0AB9DD0-A13A-75CF-B656-2A4B82918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10AA32-5B66-C827-699B-26C1630A8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219B90-8CA1-790F-1BB7-3619FEFC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C75DC5F-85AD-D711-6D31-107B4D235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4505F2-FACC-EF0C-A65B-E2B6BA5F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16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10CA2-BF32-618F-51B0-D494C617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1424696-55A4-A4A7-EFC0-6B5F0A85D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48FF8A-B3E8-95A2-9748-33FB4E0F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147A87-7F01-9548-585A-168198121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3A7140-CADE-8504-0103-86A7944E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047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AE043F6-AAFA-2D87-B168-D3B7E3426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C3F46D5-6656-18E2-6E20-CAE9C7879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B40C1B-C2DF-AC97-D053-83C84CEB5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6F728A-27F6-9CEF-4AD1-1915EBD37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A73E9B-23CF-158E-BE93-D0DAF9A93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12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6952AD-B082-5731-0764-BDF9694AB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0A1670-8CE9-0CE9-15E2-05BEB96C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A00730-8E2F-A044-D4D3-DAA194300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97D7F-7859-4BBD-BB25-7F07FE271D66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A28068-C419-F4F4-511A-E25746F242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9CDDDB-0658-90F9-6915-91288394F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7CC15-7664-45E5-A74C-4FF89A9E0F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7697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AB9FF04-DBFE-E5A9-61B9-7447E88B5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60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6738D4D-8F57-D563-64A4-8E20CA2D7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89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3A1D2-3163-085A-8DF1-C82A42CB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5B4B20-7711-D58D-4CB2-FEAC0007CD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6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0B58C-A084-8412-B104-D85B28BB3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2BF5C24-CF4B-9C4E-7994-D06E6CC49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6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05B6B-0272-E0FD-DD9A-DBB9F114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B280242-AF5B-1774-6A3C-5E9C5944E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85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19FA8-05CD-95D4-AA4A-2C37FF5A8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232AEE-9D9E-9CD2-1B82-5B12E79DA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7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C3CE-30B0-E6AB-5BF5-30172C97C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4CCFB3D-A843-1BC6-28B0-382A561BB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80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DC257-C1AE-F136-090A-4F9E65FC3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A182AB-419F-2671-99EB-48204144DD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5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82523-3BAB-7C55-C612-17189012C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2578A4C-9618-401B-602B-6C0F6FA49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02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5947E-8266-0352-9696-74D5E236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B3C5C06-EF55-D43A-D32A-7346497AA5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77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E58EC-915F-FA78-418A-94DE6464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DFE7C1B-005D-8EE7-CE55-1FF379178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98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7FE64-11CB-0DCA-8F85-D340A93C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8940F63-D392-F778-1774-2B7D50523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24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F8464-03B5-8C39-7F68-EBA10D180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95AB4BD-0D28-137E-B7DD-6BCAF3F9A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70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3DBC-E470-0B4B-0BDE-533B22E2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5362612-A1F9-7500-0E3B-0C1D9F9F0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85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72F47-23D8-A2E8-B548-41CC74BF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0422C10-EBA1-1DB0-3F2F-559A17C29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4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D14E-968A-870D-2204-F8D8ABF1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4CD4A8A-9115-B95D-DDD3-0E85C4391B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30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6CBE-B844-54CE-1596-4598FB308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959B7AA-DF30-739C-DBA8-5ECA6F740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" y="0"/>
            <a:ext cx="12185037" cy="6858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EB0251F-6762-DB72-B673-F78102856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939" y="3570986"/>
            <a:ext cx="5137079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770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Grand écran</PresentationFormat>
  <Paragraphs>0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</cp:revision>
  <dcterms:created xsi:type="dcterms:W3CDTF">2026-06-30T16:56:37Z</dcterms:created>
  <dcterms:modified xsi:type="dcterms:W3CDTF">2026-06-30T17:15:11Z</dcterms:modified>
</cp:coreProperties>
</file>